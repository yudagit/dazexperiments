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40538" cy="6480175"/>
  <p:notesSz cx="6858000" cy="9144000"/>
  <p:defaultTextStyle>
    <a:defPPr>
      <a:defRPr lang="en-US"/>
    </a:defPPr>
    <a:lvl1pPr marL="0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1pPr>
    <a:lvl2pPr marL="319674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2pPr>
    <a:lvl3pPr marL="639348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3pPr>
    <a:lvl4pPr marL="959023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4pPr>
    <a:lvl5pPr marL="1278697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5pPr>
    <a:lvl6pPr marL="1598371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6pPr>
    <a:lvl7pPr marL="1918045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7pPr>
    <a:lvl8pPr marL="2237720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8pPr>
    <a:lvl9pPr marL="2557394" algn="l" defTabSz="639348" rtl="0" eaLnBrk="1" latinLnBrk="0" hangingPunct="1">
      <a:defRPr sz="125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8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86C67-549F-8812-2012-78793DC91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5067" y="1060529"/>
            <a:ext cx="5130404" cy="22560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5A2163-364D-1A64-9696-DF9FAF436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5067" y="3403592"/>
            <a:ext cx="5130404" cy="156454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008C4-D0B3-1CB7-D04D-0FD0357E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C3BD7-C13D-C170-CDE8-285E7081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C4B9F-36FF-C557-F385-9945BE96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463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2A292-C324-82FE-F191-4610EA1F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4EE2D-A8B6-3B6A-F312-F1C1587D1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13B11-6C1F-9DEB-C651-6E57CA0A6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8FF83-E2A5-AD37-3EAB-C69FCEF1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80B74-B79B-3AE9-EF82-B7DF26D01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552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E2AD-A007-07D3-7198-D7B943C6E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4" y="1615545"/>
            <a:ext cx="5899964" cy="26955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A972E-DFED-541F-7BA1-89497ABDA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6724" y="4336618"/>
            <a:ext cx="5899964" cy="1417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9CA20-607A-9A65-34BC-1B667B22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56251-67C0-E88E-D44F-0EC7BB80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E5D7C-93AF-18D5-CBC4-BE5A0092A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259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A8FA-F63E-9A47-E602-7C49B71FF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D065-A8A2-6889-DC33-BCF3D4EB12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0287" y="1725046"/>
            <a:ext cx="2907229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966F8-BF6C-A3B6-279F-20C4EE7B8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3022" y="1725046"/>
            <a:ext cx="2907229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14144-D4CE-6D6F-9E6A-E133CC1B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E5B0A-8BA5-CD7E-7190-399DBEEC0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A4E30-3AB6-F1AE-CB98-AB2E3730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56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4A36-EFC7-3780-14B2-D1033170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78" y="345010"/>
            <a:ext cx="5899964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6BA5C-F069-D5B8-B15C-705FE7CB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178" y="1588543"/>
            <a:ext cx="2893868" cy="7785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DBB9B-EA9B-67AC-7E7E-1BE15729E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1178" y="2367064"/>
            <a:ext cx="289386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E2697-0C41-517C-D94D-0FD62D9E7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63022" y="1588543"/>
            <a:ext cx="2908120" cy="7785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F8C9F-25D1-5E82-8525-22DF0FE8D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63022" y="2367064"/>
            <a:ext cx="2908120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555CAC-AD02-369A-DCF9-EB0D634CD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E9266-D79B-CF5E-DA1F-AEB94CE89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03214A-ABCD-AEC6-EE3B-EA098D1F5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3910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DFCB6-DE31-E44C-7519-C3FF0945E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CB69B-420D-7951-5D6C-80C2066A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6A95A-0411-40FB-3BB8-26EF5AE05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FF3B5C-3856-CE3F-3F8A-AE99C3A7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8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3AB60-958E-0489-6467-58CF805E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A76795-7124-C49C-A45A-EA96CF82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AD218-F364-4CE3-3340-DF3BF08F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2374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BF8C5-6A87-B765-5E6C-A75B041B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78" y="432012"/>
            <a:ext cx="2206251" cy="151204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38958-31EA-181F-523A-B3014CB96F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8120" y="933026"/>
            <a:ext cx="3463022" cy="460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EDA7C-BDA1-2622-76A1-9CCA0FE06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178" y="1944052"/>
            <a:ext cx="2206251" cy="36015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EDF82-366A-8EC9-5AE7-014F62116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7E145-AC6E-FCB4-63D5-9B77681C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1388D-A439-BE6E-6C23-5B7F98F7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33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4D2C-C0BF-512D-451C-DCBC5CDB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178" y="432012"/>
            <a:ext cx="2206251" cy="151204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E0277-439F-C8A6-9864-2DC03D1A5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08120" y="933026"/>
            <a:ext cx="3463022" cy="460512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89D2D-26B0-6496-4ED3-C1440B944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178" y="1944052"/>
            <a:ext cx="2206251" cy="36015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FEA9F-6034-9833-7746-7F64DB7F6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6382-6E58-4F6E-EF1A-062D71888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0C78B-9186-6B42-DD8A-9437DFFCF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1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4E69A-B820-04E0-07DB-FE8D62BA5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B35D3-EA35-33C8-C67B-52A3DA0B0B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AE951-BDE9-6E4D-5D7C-B6178CBC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DF33-97A2-FD7C-1858-841E75580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D598C-2A7E-B76C-1EF2-2EC1C2BF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366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34D612-8968-A2C1-CB40-48A29C611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895260" y="345009"/>
            <a:ext cx="1474991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D3541C-FC72-6837-DE6C-3209881C0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0287" y="345009"/>
            <a:ext cx="4339466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5E821-8B8A-F148-E2DC-000A48300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F6247-DDD5-2F23-F497-E32A84FB8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1A637-B135-6C74-FBBA-A5D940A7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517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84282-3570-7BB9-0EF1-370D510B8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287" y="345010"/>
            <a:ext cx="5899964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F048-69FD-DAB4-2212-F971988EE0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0287" y="1725046"/>
            <a:ext cx="5899964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5A75-6B34-6455-DD39-94733AA2B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0287" y="6006163"/>
            <a:ext cx="1539121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C0B24-9628-404E-9651-3D1A2CA34903}" type="datetimeFigureOut">
              <a:rPr lang="en-AU" smtClean="0"/>
              <a:t>8/10/2024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4A5B5-83A4-3305-A8E8-AA09F9076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5928" y="6006163"/>
            <a:ext cx="2308682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225E9-1B22-2ECE-0EE4-649E965E2B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31130" y="6006163"/>
            <a:ext cx="1539121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EE3E9-A0D3-4CD0-8E97-7A7D66638D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755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>
            <a:extLst>
              <a:ext uri="{FF2B5EF4-FFF2-40B4-BE49-F238E27FC236}">
                <a16:creationId xmlns:a16="http://schemas.microsoft.com/office/drawing/2014/main" id="{6C2A033A-56D7-1DF3-86E7-9FB79A492001}"/>
              </a:ext>
            </a:extLst>
          </p:cNvPr>
          <p:cNvGrpSpPr/>
          <p:nvPr/>
        </p:nvGrpSpPr>
        <p:grpSpPr>
          <a:xfrm>
            <a:off x="-25195" y="0"/>
            <a:ext cx="6874200" cy="6564942"/>
            <a:chOff x="3252346" y="148737"/>
            <a:chExt cx="6874200" cy="6564942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F5A1BB5E-11DC-5416-34AA-622757CD853E}"/>
                </a:ext>
              </a:extLst>
            </p:cNvPr>
            <p:cNvSpPr/>
            <p:nvPr/>
          </p:nvSpPr>
          <p:spPr>
            <a:xfrm>
              <a:off x="3252346" y="148737"/>
              <a:ext cx="6840000" cy="64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520372CA-6C79-6A92-6F7F-49976480AFF4}"/>
                </a:ext>
              </a:extLst>
            </p:cNvPr>
            <p:cNvSpPr/>
            <p:nvPr/>
          </p:nvSpPr>
          <p:spPr>
            <a:xfrm>
              <a:off x="8079351" y="3143322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180D584-8FBD-A3DB-8D85-AB9BCE79B790}"/>
                </a:ext>
              </a:extLst>
            </p:cNvPr>
            <p:cNvSpPr/>
            <p:nvPr/>
          </p:nvSpPr>
          <p:spPr>
            <a:xfrm rot="21083644">
              <a:off x="8867675" y="3348391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3378249-B4B4-6A2D-4F25-6BDEAD98BD00}"/>
                </a:ext>
              </a:extLst>
            </p:cNvPr>
            <p:cNvSpPr/>
            <p:nvPr/>
          </p:nvSpPr>
          <p:spPr>
            <a:xfrm rot="21083644">
              <a:off x="8444323" y="3353093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6E646AA-E650-3966-4024-3E26F109E327}"/>
                </a:ext>
              </a:extLst>
            </p:cNvPr>
            <p:cNvSpPr/>
            <p:nvPr/>
          </p:nvSpPr>
          <p:spPr>
            <a:xfrm rot="21083644">
              <a:off x="8237065" y="3720883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6A90CC2-C40E-26BC-5D1B-3ADEE7CBEB8E}"/>
                </a:ext>
              </a:extLst>
            </p:cNvPr>
            <p:cNvSpPr/>
            <p:nvPr/>
          </p:nvSpPr>
          <p:spPr>
            <a:xfrm rot="21083644">
              <a:off x="8440178" y="4091592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82BBF01-650B-3CD9-F81B-DB199FF7D60F}"/>
                </a:ext>
              </a:extLst>
            </p:cNvPr>
            <p:cNvSpPr/>
            <p:nvPr/>
          </p:nvSpPr>
          <p:spPr>
            <a:xfrm rot="21083644">
              <a:off x="8860097" y="4101545"/>
              <a:ext cx="245984" cy="245984"/>
            </a:xfrm>
            <a:prstGeom prst="ellipse">
              <a:avLst/>
            </a:prstGeom>
            <a:solidFill>
              <a:srgbClr val="F30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2E730B2B-EA6A-3DF1-770F-430AEDA05BB6}"/>
                </a:ext>
              </a:extLst>
            </p:cNvPr>
            <p:cNvSpPr/>
            <p:nvPr/>
          </p:nvSpPr>
          <p:spPr>
            <a:xfrm rot="21083644">
              <a:off x="9090048" y="3752937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47C282A6-701E-43B9-A599-17659800A003}"/>
                </a:ext>
              </a:extLst>
            </p:cNvPr>
            <p:cNvSpPr/>
            <p:nvPr/>
          </p:nvSpPr>
          <p:spPr>
            <a:xfrm rot="21083644">
              <a:off x="8633692" y="3693306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EE449FA-F81B-8E8A-003F-142B561D95F2}"/>
                </a:ext>
              </a:extLst>
            </p:cNvPr>
            <p:cNvSpPr/>
            <p:nvPr/>
          </p:nvSpPr>
          <p:spPr>
            <a:xfrm>
              <a:off x="8085462" y="1673291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DBBF6F0-433A-694E-48DE-E63373076FCF}"/>
                </a:ext>
              </a:extLst>
            </p:cNvPr>
            <p:cNvSpPr/>
            <p:nvPr/>
          </p:nvSpPr>
          <p:spPr>
            <a:xfrm rot="21083644">
              <a:off x="8873786" y="1878361"/>
              <a:ext cx="245984" cy="245984"/>
            </a:xfrm>
            <a:prstGeom prst="ellipse">
              <a:avLst/>
            </a:prstGeom>
            <a:solidFill>
              <a:srgbClr val="67B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0526EFC-88C0-D25B-A4CB-54622A1642B1}"/>
                </a:ext>
              </a:extLst>
            </p:cNvPr>
            <p:cNvSpPr/>
            <p:nvPr/>
          </p:nvSpPr>
          <p:spPr>
            <a:xfrm rot="21083644">
              <a:off x="8450434" y="1883063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3D9D412B-5CA8-901A-91E9-E0FACBF2CBFE}"/>
                </a:ext>
              </a:extLst>
            </p:cNvPr>
            <p:cNvSpPr/>
            <p:nvPr/>
          </p:nvSpPr>
          <p:spPr>
            <a:xfrm rot="21083644">
              <a:off x="8243176" y="2250852"/>
              <a:ext cx="245984" cy="245984"/>
            </a:xfrm>
            <a:prstGeom prst="ellipse">
              <a:avLst/>
            </a:prstGeom>
            <a:solidFill>
              <a:srgbClr val="00E3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2D05E88-EA03-3344-B90A-D8A759037250}"/>
                </a:ext>
              </a:extLst>
            </p:cNvPr>
            <p:cNvSpPr/>
            <p:nvPr/>
          </p:nvSpPr>
          <p:spPr>
            <a:xfrm rot="21083644">
              <a:off x="8446289" y="2621562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D3697464-278A-2B5A-FF1C-11B5736B317F}"/>
                </a:ext>
              </a:extLst>
            </p:cNvPr>
            <p:cNvSpPr/>
            <p:nvPr/>
          </p:nvSpPr>
          <p:spPr>
            <a:xfrm rot="21083644">
              <a:off x="8866208" y="2631515"/>
              <a:ext cx="245984" cy="245984"/>
            </a:xfrm>
            <a:prstGeom prst="ellipse">
              <a:avLst/>
            </a:prstGeom>
            <a:solidFill>
              <a:srgbClr val="F30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9D661A31-AFAF-836B-ADD5-FBB8EE93DC77}"/>
                </a:ext>
              </a:extLst>
            </p:cNvPr>
            <p:cNvSpPr/>
            <p:nvPr/>
          </p:nvSpPr>
          <p:spPr>
            <a:xfrm rot="21083644">
              <a:off x="9096159" y="2282906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89DD09D5-25AF-9DDC-AF8C-C28B4CD5F74C}"/>
                </a:ext>
              </a:extLst>
            </p:cNvPr>
            <p:cNvSpPr/>
            <p:nvPr/>
          </p:nvSpPr>
          <p:spPr>
            <a:xfrm rot="21083644">
              <a:off x="8639803" y="2223276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77E60CB2-C262-9A21-65A4-FCA673D580EE}"/>
                </a:ext>
              </a:extLst>
            </p:cNvPr>
            <p:cNvSpPr/>
            <p:nvPr/>
          </p:nvSpPr>
          <p:spPr>
            <a:xfrm>
              <a:off x="8079199" y="201327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AA77E814-5B87-1EA5-04FE-FDC4F225FA35}"/>
                </a:ext>
              </a:extLst>
            </p:cNvPr>
            <p:cNvSpPr/>
            <p:nvPr/>
          </p:nvSpPr>
          <p:spPr>
            <a:xfrm rot="21083644">
              <a:off x="8867523" y="406396"/>
              <a:ext cx="245984" cy="245984"/>
            </a:xfrm>
            <a:prstGeom prst="ellipse">
              <a:avLst/>
            </a:prstGeom>
            <a:solidFill>
              <a:srgbClr val="67B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D7CFE10E-D521-223C-81D6-DA5B4A9C7F92}"/>
                </a:ext>
              </a:extLst>
            </p:cNvPr>
            <p:cNvSpPr/>
            <p:nvPr/>
          </p:nvSpPr>
          <p:spPr>
            <a:xfrm rot="21083644">
              <a:off x="8444170" y="411098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546E9E71-FDD8-89CC-1324-614428E5C840}"/>
                </a:ext>
              </a:extLst>
            </p:cNvPr>
            <p:cNvSpPr/>
            <p:nvPr/>
          </p:nvSpPr>
          <p:spPr>
            <a:xfrm rot="21083644">
              <a:off x="8236913" y="778888"/>
              <a:ext cx="245984" cy="245984"/>
            </a:xfrm>
            <a:prstGeom prst="ellipse">
              <a:avLst/>
            </a:prstGeom>
            <a:solidFill>
              <a:srgbClr val="00E3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9121C35-79FA-F5E3-E7BC-AAE0E3DE776B}"/>
                </a:ext>
              </a:extLst>
            </p:cNvPr>
            <p:cNvSpPr/>
            <p:nvPr/>
          </p:nvSpPr>
          <p:spPr>
            <a:xfrm rot="21083644">
              <a:off x="8440026" y="1149597"/>
              <a:ext cx="245984" cy="245984"/>
            </a:xfrm>
            <a:prstGeom prst="ellipse">
              <a:avLst/>
            </a:prstGeom>
            <a:solidFill>
              <a:srgbClr val="7E6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D259E514-E6C5-4673-DACC-017F6B369564}"/>
                </a:ext>
              </a:extLst>
            </p:cNvPr>
            <p:cNvSpPr/>
            <p:nvPr/>
          </p:nvSpPr>
          <p:spPr>
            <a:xfrm rot="21083644">
              <a:off x="8859944" y="1159550"/>
              <a:ext cx="245984" cy="245984"/>
            </a:xfrm>
            <a:prstGeom prst="ellipse">
              <a:avLst/>
            </a:prstGeom>
            <a:solidFill>
              <a:srgbClr val="F30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F09765C-7F4E-206A-9428-59A13D10F5D6}"/>
                </a:ext>
              </a:extLst>
            </p:cNvPr>
            <p:cNvSpPr/>
            <p:nvPr/>
          </p:nvSpPr>
          <p:spPr>
            <a:xfrm rot="21083644">
              <a:off x="9089896" y="810942"/>
              <a:ext cx="245984" cy="245984"/>
            </a:xfrm>
            <a:prstGeom prst="ellipse">
              <a:avLst/>
            </a:prstGeom>
            <a:solidFill>
              <a:srgbClr val="C3A9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3E935AF7-62FE-0CC9-287D-848A18FF9F4A}"/>
                </a:ext>
              </a:extLst>
            </p:cNvPr>
            <p:cNvSpPr/>
            <p:nvPr/>
          </p:nvSpPr>
          <p:spPr>
            <a:xfrm rot="21083644">
              <a:off x="8633539" y="751312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66799F56-458D-4668-2742-EFB2537AAD9B}"/>
                </a:ext>
              </a:extLst>
            </p:cNvPr>
            <p:cNvSpPr/>
            <p:nvPr/>
          </p:nvSpPr>
          <p:spPr>
            <a:xfrm>
              <a:off x="6619536" y="1672939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EDBB9C07-1908-8A26-3BAC-D7CF01F5D170}"/>
                </a:ext>
              </a:extLst>
            </p:cNvPr>
            <p:cNvSpPr/>
            <p:nvPr/>
          </p:nvSpPr>
          <p:spPr>
            <a:xfrm rot="21418826">
              <a:off x="7503393" y="1945097"/>
              <a:ext cx="245984" cy="245984"/>
            </a:xfrm>
            <a:prstGeom prst="ellipse">
              <a:avLst/>
            </a:prstGeom>
            <a:solidFill>
              <a:srgbClr val="F30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96950EDF-5F9B-6E0E-D5EB-E074C957D7AE}"/>
                </a:ext>
              </a:extLst>
            </p:cNvPr>
            <p:cNvSpPr/>
            <p:nvPr/>
          </p:nvSpPr>
          <p:spPr>
            <a:xfrm rot="21418826">
              <a:off x="6901471" y="1954683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C210884-4E4A-2C1D-1C33-FBA4592B996B}"/>
                </a:ext>
              </a:extLst>
            </p:cNvPr>
            <p:cNvSpPr/>
            <p:nvPr/>
          </p:nvSpPr>
          <p:spPr>
            <a:xfrm rot="21418826">
              <a:off x="6900746" y="2556712"/>
              <a:ext cx="245984" cy="245984"/>
            </a:xfrm>
            <a:prstGeom prst="ellipse">
              <a:avLst/>
            </a:prstGeom>
            <a:solidFill>
              <a:srgbClr val="00E3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3E1AE385-9A5F-F64F-85FB-F2DAF881CF13}"/>
                </a:ext>
              </a:extLst>
            </p:cNvPr>
            <p:cNvSpPr/>
            <p:nvPr/>
          </p:nvSpPr>
          <p:spPr>
            <a:xfrm rot="21418826">
              <a:off x="7500161" y="2565846"/>
              <a:ext cx="245984" cy="245984"/>
            </a:xfrm>
            <a:prstGeom prst="ellipse">
              <a:avLst/>
            </a:prstGeom>
            <a:solidFill>
              <a:srgbClr val="67B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46BC87C0-D09B-FF27-5FA5-1B6415372485}"/>
                </a:ext>
              </a:extLst>
            </p:cNvPr>
            <p:cNvSpPr/>
            <p:nvPr/>
          </p:nvSpPr>
          <p:spPr>
            <a:xfrm rot="21418826">
              <a:off x="7177539" y="2225569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B27FBBC-BF77-F60B-FC30-D6F37E9E6881}"/>
                </a:ext>
              </a:extLst>
            </p:cNvPr>
            <p:cNvSpPr/>
            <p:nvPr/>
          </p:nvSpPr>
          <p:spPr>
            <a:xfrm>
              <a:off x="6619536" y="3145908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5E8A74F-60F7-3C35-129F-B8F2153DD485}"/>
                </a:ext>
              </a:extLst>
            </p:cNvPr>
            <p:cNvSpPr/>
            <p:nvPr/>
          </p:nvSpPr>
          <p:spPr>
            <a:xfrm rot="21418826">
              <a:off x="7503393" y="3418067"/>
              <a:ext cx="245984" cy="245984"/>
            </a:xfrm>
            <a:prstGeom prst="ellipse">
              <a:avLst/>
            </a:prstGeom>
            <a:solidFill>
              <a:srgbClr val="F30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E787681-FAEE-D988-22C1-5D07382F7463}"/>
                </a:ext>
              </a:extLst>
            </p:cNvPr>
            <p:cNvSpPr/>
            <p:nvPr/>
          </p:nvSpPr>
          <p:spPr>
            <a:xfrm rot="21418826">
              <a:off x="6901471" y="3427652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3772689F-DA21-CCF2-7140-A8B8631FFC2F}"/>
                </a:ext>
              </a:extLst>
            </p:cNvPr>
            <p:cNvSpPr/>
            <p:nvPr/>
          </p:nvSpPr>
          <p:spPr>
            <a:xfrm rot="21418826">
              <a:off x="6900746" y="4029682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9A292083-01CE-95BD-CCDE-E68EF60519EA}"/>
                </a:ext>
              </a:extLst>
            </p:cNvPr>
            <p:cNvSpPr/>
            <p:nvPr/>
          </p:nvSpPr>
          <p:spPr>
            <a:xfrm rot="21418826">
              <a:off x="7500161" y="4038816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132F1168-C5CC-F244-9D38-9BCCFCFD8626}"/>
                </a:ext>
              </a:extLst>
            </p:cNvPr>
            <p:cNvSpPr/>
            <p:nvPr/>
          </p:nvSpPr>
          <p:spPr>
            <a:xfrm rot="21418826">
              <a:off x="7177539" y="3698538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CD0A0F89-5C90-6831-6B5D-A46D60335B63}"/>
                </a:ext>
              </a:extLst>
            </p:cNvPr>
            <p:cNvSpPr/>
            <p:nvPr/>
          </p:nvSpPr>
          <p:spPr>
            <a:xfrm>
              <a:off x="5146765" y="3143239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8993F99D-4978-F93E-6BB4-4EE6E1624649}"/>
                </a:ext>
              </a:extLst>
            </p:cNvPr>
            <p:cNvSpPr/>
            <p:nvPr/>
          </p:nvSpPr>
          <p:spPr>
            <a:xfrm rot="21418826">
              <a:off x="5428700" y="3424983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7A0B0842-B2BA-145A-6328-20A24FE61C78}"/>
                </a:ext>
              </a:extLst>
            </p:cNvPr>
            <p:cNvSpPr/>
            <p:nvPr/>
          </p:nvSpPr>
          <p:spPr>
            <a:xfrm rot="21418826">
              <a:off x="6027389" y="4036147"/>
              <a:ext cx="245984" cy="245984"/>
            </a:xfrm>
            <a:prstGeom prst="ellipse">
              <a:avLst/>
            </a:prstGeom>
            <a:solidFill>
              <a:srgbClr val="F300D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07FC4CDE-4578-D8BB-24B8-D0C59FD44BC3}"/>
                </a:ext>
              </a:extLst>
            </p:cNvPr>
            <p:cNvSpPr/>
            <p:nvPr/>
          </p:nvSpPr>
          <p:spPr>
            <a:xfrm rot="21418826">
              <a:off x="5704767" y="3695869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2EA1F63-C521-88D3-D7B3-DA5A23F43568}"/>
                </a:ext>
              </a:extLst>
            </p:cNvPr>
            <p:cNvSpPr/>
            <p:nvPr/>
          </p:nvSpPr>
          <p:spPr>
            <a:xfrm>
              <a:off x="8084622" y="4680102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00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D3ACD79A-A7FE-6B35-4BB6-3C2A024A6A3B}"/>
                </a:ext>
              </a:extLst>
            </p:cNvPr>
            <p:cNvSpPr/>
            <p:nvPr/>
          </p:nvSpPr>
          <p:spPr>
            <a:xfrm rot="21083644">
              <a:off x="8872947" y="4885171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62BBB89-8764-7D0B-AD6C-DC9533A2C5C5}"/>
                </a:ext>
              </a:extLst>
            </p:cNvPr>
            <p:cNvSpPr/>
            <p:nvPr/>
          </p:nvSpPr>
          <p:spPr>
            <a:xfrm rot="21083644">
              <a:off x="8449594" y="4889873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6476CBFD-15D6-7020-8D0C-D232C5383129}"/>
                </a:ext>
              </a:extLst>
            </p:cNvPr>
            <p:cNvSpPr/>
            <p:nvPr/>
          </p:nvSpPr>
          <p:spPr>
            <a:xfrm rot="21083644">
              <a:off x="8242337" y="5257663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7B7BBD75-7946-62BF-E8B0-F40ACB1FBAB3}"/>
                </a:ext>
              </a:extLst>
            </p:cNvPr>
            <p:cNvSpPr/>
            <p:nvPr/>
          </p:nvSpPr>
          <p:spPr>
            <a:xfrm rot="21083644">
              <a:off x="8445449" y="5628372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1F537FE-9178-41BE-E867-1B6E1DAED917}"/>
                </a:ext>
              </a:extLst>
            </p:cNvPr>
            <p:cNvSpPr/>
            <p:nvPr/>
          </p:nvSpPr>
          <p:spPr>
            <a:xfrm rot="21083644">
              <a:off x="8865368" y="5638325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52FA1AB9-3DBC-ADCE-AC48-2C3750F3E9A0}"/>
                </a:ext>
              </a:extLst>
            </p:cNvPr>
            <p:cNvSpPr/>
            <p:nvPr/>
          </p:nvSpPr>
          <p:spPr>
            <a:xfrm rot="21083644">
              <a:off x="9095320" y="5289717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84A3189D-0074-7D71-849B-4CA4F4BC7722}"/>
                </a:ext>
              </a:extLst>
            </p:cNvPr>
            <p:cNvSpPr/>
            <p:nvPr/>
          </p:nvSpPr>
          <p:spPr>
            <a:xfrm rot="21083644">
              <a:off x="8638963" y="5230087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8D3A81F-EEB9-AB4B-15A5-85E1E5689762}"/>
                </a:ext>
              </a:extLst>
            </p:cNvPr>
            <p:cNvSpPr/>
            <p:nvPr/>
          </p:nvSpPr>
          <p:spPr>
            <a:xfrm>
              <a:off x="6615873" y="4680102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00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739E1CF8-C175-89A1-DF32-1724F9D71CC5}"/>
                </a:ext>
              </a:extLst>
            </p:cNvPr>
            <p:cNvSpPr/>
            <p:nvPr/>
          </p:nvSpPr>
          <p:spPr>
            <a:xfrm rot="21418826">
              <a:off x="7499729" y="4952260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BAB6F2DF-E711-182D-2F21-7944ECBFD7C5}"/>
                </a:ext>
              </a:extLst>
            </p:cNvPr>
            <p:cNvSpPr/>
            <p:nvPr/>
          </p:nvSpPr>
          <p:spPr>
            <a:xfrm rot="21418826">
              <a:off x="6897808" y="4961846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2EC7396C-CF85-3B67-C385-2E89F34A0EC5}"/>
                </a:ext>
              </a:extLst>
            </p:cNvPr>
            <p:cNvSpPr/>
            <p:nvPr/>
          </p:nvSpPr>
          <p:spPr>
            <a:xfrm rot="21418826">
              <a:off x="6897083" y="5563875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C6DA3DE0-C83F-6EBC-5A59-C9FC19B93C58}"/>
                </a:ext>
              </a:extLst>
            </p:cNvPr>
            <p:cNvSpPr/>
            <p:nvPr/>
          </p:nvSpPr>
          <p:spPr>
            <a:xfrm rot="21418826">
              <a:off x="7496498" y="5573009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96226020-7E09-8327-1F52-6D981EEA38C7}"/>
                </a:ext>
              </a:extLst>
            </p:cNvPr>
            <p:cNvSpPr/>
            <p:nvPr/>
          </p:nvSpPr>
          <p:spPr>
            <a:xfrm rot="21418826">
              <a:off x="7173875" y="5232731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2FA39F72-8083-CFF3-C955-B593B50A5B6A}"/>
                </a:ext>
              </a:extLst>
            </p:cNvPr>
            <p:cNvSpPr/>
            <p:nvPr/>
          </p:nvSpPr>
          <p:spPr>
            <a:xfrm>
              <a:off x="5147123" y="4680102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00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9AD71A9E-9051-1A08-6004-9F9EC94ADD24}"/>
                </a:ext>
              </a:extLst>
            </p:cNvPr>
            <p:cNvSpPr/>
            <p:nvPr/>
          </p:nvSpPr>
          <p:spPr>
            <a:xfrm rot="21418826">
              <a:off x="5429058" y="4961846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F267005D-4926-2AD9-947B-A60D79A3E301}"/>
                </a:ext>
              </a:extLst>
            </p:cNvPr>
            <p:cNvSpPr/>
            <p:nvPr/>
          </p:nvSpPr>
          <p:spPr>
            <a:xfrm rot="21418826">
              <a:off x="6027747" y="5573010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AC35C6D-DC1A-774D-E2A6-593107718076}"/>
                </a:ext>
              </a:extLst>
            </p:cNvPr>
            <p:cNvSpPr/>
            <p:nvPr/>
          </p:nvSpPr>
          <p:spPr>
            <a:xfrm rot="21418826">
              <a:off x="5705126" y="5232732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B6DDF512-8CBA-B908-14AD-9C8750D61B48}"/>
                </a:ext>
              </a:extLst>
            </p:cNvPr>
            <p:cNvSpPr/>
            <p:nvPr/>
          </p:nvSpPr>
          <p:spPr>
            <a:xfrm>
              <a:off x="3678373" y="4680102"/>
              <a:ext cx="1411050" cy="1411050"/>
            </a:xfrm>
            <a:prstGeom prst="rect">
              <a:avLst/>
            </a:prstGeom>
            <a:solidFill>
              <a:srgbClr val="141414"/>
            </a:solidFill>
            <a:ln w="38100">
              <a:solidFill>
                <a:srgbClr val="00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7DB039A-4642-EE1C-DC13-0D1AF0CF1D11}"/>
                </a:ext>
              </a:extLst>
            </p:cNvPr>
            <p:cNvSpPr/>
            <p:nvPr/>
          </p:nvSpPr>
          <p:spPr>
            <a:xfrm rot="21418826">
              <a:off x="3960309" y="4961846"/>
              <a:ext cx="245984" cy="245984"/>
            </a:xfrm>
            <a:prstGeom prst="ellipse">
              <a:avLst/>
            </a:prstGeom>
            <a:solidFill>
              <a:srgbClr val="E072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BA7BFECD-FA7F-2ACB-1A97-80E408345ADD}"/>
                </a:ext>
              </a:extLst>
            </p:cNvPr>
            <p:cNvSpPr/>
            <p:nvPr/>
          </p:nvSpPr>
          <p:spPr>
            <a:xfrm rot="21418826">
              <a:off x="4236376" y="5232732"/>
              <a:ext cx="307483" cy="307483"/>
            </a:xfrm>
            <a:prstGeom prst="ellipse">
              <a:avLst/>
            </a:prstGeom>
            <a:noFill/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85D6F326-2A7E-23E0-33C0-197CD5F44616}"/>
                </a:ext>
              </a:extLst>
            </p:cNvPr>
            <p:cNvSpPr/>
            <p:nvPr/>
          </p:nvSpPr>
          <p:spPr>
            <a:xfrm>
              <a:off x="3654461" y="4660900"/>
              <a:ext cx="47650" cy="1449388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C3BB2515-072F-FFA0-52FD-724AFEA99D35}"/>
                </a:ext>
              </a:extLst>
            </p:cNvPr>
            <p:cNvSpPr/>
            <p:nvPr/>
          </p:nvSpPr>
          <p:spPr>
            <a:xfrm rot="5400000">
              <a:off x="4341849" y="3978234"/>
              <a:ext cx="45719" cy="1411051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66BBC7E-AEE4-1BB1-6396-5C6108A63B45}"/>
                </a:ext>
              </a:extLst>
            </p:cNvPr>
            <p:cNvSpPr/>
            <p:nvPr/>
          </p:nvSpPr>
          <p:spPr>
            <a:xfrm>
              <a:off x="3352800" y="4616750"/>
              <a:ext cx="6203950" cy="154275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89DDBFC9-FC4E-BD74-D82D-6B621F64684C}"/>
                </a:ext>
              </a:extLst>
            </p:cNvPr>
            <p:cNvSpPr txBox="1"/>
            <p:nvPr/>
          </p:nvSpPr>
          <p:spPr>
            <a:xfrm rot="16200000">
              <a:off x="2705920" y="5218848"/>
              <a:ext cx="15427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600" dirty="0">
                  <a:latin typeface="Bell MT" panose="02020503060305020303" pitchFamily="18" charset="0"/>
                </a:rPr>
                <a:t>Study 1 Only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2E5B2D39-393B-2AA2-7266-8D60F8077254}"/>
                </a:ext>
              </a:extLst>
            </p:cNvPr>
            <p:cNvSpPr txBox="1"/>
            <p:nvPr/>
          </p:nvSpPr>
          <p:spPr>
            <a:xfrm>
              <a:off x="3352800" y="6067348"/>
              <a:ext cx="620395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AU" sz="1800" dirty="0">
                <a:latin typeface="Bell MT" panose="02020503060305020303" pitchFamily="18" charset="0"/>
              </a:endParaRPr>
            </a:p>
            <a:p>
              <a:pPr algn="ctr"/>
              <a:r>
                <a:rPr lang="en-AU" sz="1800" b="1" dirty="0">
                  <a:latin typeface="Bell MT" panose="02020503060305020303" pitchFamily="18" charset="0"/>
                </a:rPr>
                <a:t>Item Set-Size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A2E48BB0-7103-840D-0FDE-DDC6757085AE}"/>
                </a:ext>
              </a:extLst>
            </p:cNvPr>
            <p:cNvSpPr txBox="1"/>
            <p:nvPr/>
          </p:nvSpPr>
          <p:spPr>
            <a:xfrm rot="16200000">
              <a:off x="6824294" y="2857248"/>
              <a:ext cx="59581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AU" sz="1800" b="1" dirty="0">
                <a:latin typeface="Bell MT" panose="02020503060305020303" pitchFamily="18" charset="0"/>
              </a:endParaRPr>
            </a:p>
            <a:p>
              <a:pPr algn="ctr"/>
              <a:r>
                <a:rPr lang="en-AU" sz="1800" b="1" dirty="0">
                  <a:latin typeface="Bell MT" panose="02020503060305020303" pitchFamily="18" charset="0"/>
                </a:rPr>
                <a:t>Number of </a:t>
              </a:r>
              <a:r>
                <a:rPr lang="en-AU" sz="1800" b="1" dirty="0" err="1">
                  <a:latin typeface="Bell MT" panose="02020503060305020303" pitchFamily="18" charset="0"/>
                </a:rPr>
                <a:t>Colors</a:t>
              </a:r>
              <a:endParaRPr lang="en-AU" sz="1800" b="1" dirty="0">
                <a:latin typeface="Bell MT" panose="02020503060305020303" pitchFamily="18" charset="0"/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7749B301-79AB-8B20-3543-FF33EEE53111}"/>
                </a:ext>
              </a:extLst>
            </p:cNvPr>
            <p:cNvGrpSpPr/>
            <p:nvPr/>
          </p:nvGrpSpPr>
          <p:grpSpPr>
            <a:xfrm>
              <a:off x="3346777" y="205594"/>
              <a:ext cx="4318827" cy="1569660"/>
              <a:chOff x="3486554" y="444894"/>
              <a:chExt cx="4318827" cy="1569660"/>
            </a:xfrm>
          </p:grpSpPr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F8FF85BB-5B06-3740-2EFE-791DEFABB3D1}"/>
                  </a:ext>
                </a:extLst>
              </p:cNvPr>
              <p:cNvSpPr txBox="1"/>
              <p:nvPr/>
            </p:nvSpPr>
            <p:spPr>
              <a:xfrm>
                <a:off x="3658437" y="444894"/>
                <a:ext cx="414694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1800" dirty="0">
                    <a:latin typeface="Bell MT" panose="02020503060305020303" pitchFamily="18" charset="0"/>
                  </a:rPr>
                  <a:t>Standard Conditions</a:t>
                </a:r>
              </a:p>
              <a:p>
                <a:endParaRPr lang="en-AU" sz="1200" dirty="0">
                  <a:latin typeface="Bell MT" panose="02020503060305020303" pitchFamily="18" charset="0"/>
                </a:endParaRPr>
              </a:p>
              <a:p>
                <a:r>
                  <a:rPr lang="en-AU" sz="1800" dirty="0">
                    <a:latin typeface="Bell MT" panose="02020503060305020303" pitchFamily="18" charset="0"/>
                  </a:rPr>
                  <a:t>Partial Redundancy Conditions</a:t>
                </a:r>
              </a:p>
              <a:p>
                <a:r>
                  <a:rPr lang="en-AU" sz="1800" dirty="0">
                    <a:latin typeface="Bell MT" panose="02020503060305020303" pitchFamily="18" charset="0"/>
                  </a:rPr>
                  <a:t>(Redundant and Non-Redundant Cues)</a:t>
                </a:r>
              </a:p>
              <a:p>
                <a:endParaRPr lang="en-AU" sz="1200" dirty="0">
                  <a:latin typeface="Bell MT" panose="02020503060305020303" pitchFamily="18" charset="0"/>
                </a:endParaRPr>
              </a:p>
              <a:p>
                <a:r>
                  <a:rPr lang="en-AU" sz="1800" dirty="0">
                    <a:latin typeface="Bell MT" panose="02020503060305020303" pitchFamily="18" charset="0"/>
                  </a:rPr>
                  <a:t>Full Redundancy Conditions</a:t>
                </a: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DBF6B821-458D-CEF6-E8A6-35A08ADBC34F}"/>
                  </a:ext>
                </a:extLst>
              </p:cNvPr>
              <p:cNvSpPr/>
              <p:nvPr/>
            </p:nvSpPr>
            <p:spPr>
              <a:xfrm flipH="1">
                <a:off x="3486554" y="549984"/>
                <a:ext cx="190268" cy="190268"/>
              </a:xfrm>
              <a:prstGeom prst="rect">
                <a:avLst/>
              </a:prstGeom>
              <a:solidFill>
                <a:srgbClr val="141414"/>
              </a:solidFill>
              <a:ln w="38100">
                <a:solidFill>
                  <a:srgbClr val="00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2AA918E6-1821-AC0E-FEB5-C68235EBE66F}"/>
                  </a:ext>
                </a:extLst>
              </p:cNvPr>
              <p:cNvSpPr/>
              <p:nvPr/>
            </p:nvSpPr>
            <p:spPr>
              <a:xfrm flipH="1">
                <a:off x="3486554" y="989309"/>
                <a:ext cx="190268" cy="190268"/>
              </a:xfrm>
              <a:prstGeom prst="rect">
                <a:avLst/>
              </a:prstGeom>
              <a:solidFill>
                <a:srgbClr val="141414"/>
              </a:solidFill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BAB22A4B-789A-CC5E-DF60-8AA6F1550164}"/>
                  </a:ext>
                </a:extLst>
              </p:cNvPr>
              <p:cNvSpPr/>
              <p:nvPr/>
            </p:nvSpPr>
            <p:spPr>
              <a:xfrm flipH="1">
                <a:off x="3486554" y="1710039"/>
                <a:ext cx="190268" cy="190268"/>
              </a:xfrm>
              <a:prstGeom prst="rect">
                <a:avLst/>
              </a:prstGeom>
              <a:solidFill>
                <a:srgbClr val="141414"/>
              </a:solidFill>
              <a:ln w="38100">
                <a:solidFill>
                  <a:srgbClr val="00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4533712A-9CEB-2E30-3790-2FB7230B9098}"/>
                </a:ext>
              </a:extLst>
            </p:cNvPr>
            <p:cNvSpPr txBox="1"/>
            <p:nvPr/>
          </p:nvSpPr>
          <p:spPr>
            <a:xfrm>
              <a:off x="5130800" y="6107759"/>
              <a:ext cx="1443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2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27348F3B-7C83-8D4B-F42C-0309C58566B7}"/>
                </a:ext>
              </a:extLst>
            </p:cNvPr>
            <p:cNvSpPr txBox="1"/>
            <p:nvPr/>
          </p:nvSpPr>
          <p:spPr>
            <a:xfrm>
              <a:off x="3654461" y="6107759"/>
              <a:ext cx="1443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1</a:t>
              </a: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046B236-2188-D3D0-E46B-B68B0074DBFC}"/>
                </a:ext>
              </a:extLst>
            </p:cNvPr>
            <p:cNvSpPr txBox="1"/>
            <p:nvPr/>
          </p:nvSpPr>
          <p:spPr>
            <a:xfrm>
              <a:off x="8073197" y="6107759"/>
              <a:ext cx="14361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6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B689A57B-54B6-9FE0-15AA-2FA35A5D981B}"/>
                </a:ext>
              </a:extLst>
            </p:cNvPr>
            <p:cNvSpPr txBox="1"/>
            <p:nvPr/>
          </p:nvSpPr>
          <p:spPr>
            <a:xfrm>
              <a:off x="6597862" y="6107759"/>
              <a:ext cx="1443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4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248C6E5-F748-8819-8144-D11C9CADD589}"/>
                </a:ext>
              </a:extLst>
            </p:cNvPr>
            <p:cNvSpPr txBox="1"/>
            <p:nvPr/>
          </p:nvSpPr>
          <p:spPr>
            <a:xfrm rot="16200000">
              <a:off x="8982405" y="3664645"/>
              <a:ext cx="1443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2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39DDA34-A16F-E6CA-B7EB-EF367E98F4B9}"/>
                </a:ext>
              </a:extLst>
            </p:cNvPr>
            <p:cNvSpPr txBox="1"/>
            <p:nvPr/>
          </p:nvSpPr>
          <p:spPr>
            <a:xfrm rot="16200000">
              <a:off x="8982405" y="5201309"/>
              <a:ext cx="1443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1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0377D7F8-8B50-1003-C742-46E5A6CA3AEF}"/>
                </a:ext>
              </a:extLst>
            </p:cNvPr>
            <p:cNvSpPr txBox="1"/>
            <p:nvPr/>
          </p:nvSpPr>
          <p:spPr>
            <a:xfrm rot="16200000">
              <a:off x="8986094" y="725937"/>
              <a:ext cx="143618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6</a:t>
              </a: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F5D02869-8276-E7D2-06B4-4C877B4E4929}"/>
                </a:ext>
              </a:extLst>
            </p:cNvPr>
            <p:cNvSpPr txBox="1"/>
            <p:nvPr/>
          </p:nvSpPr>
          <p:spPr>
            <a:xfrm rot="16200000">
              <a:off x="8982405" y="2197583"/>
              <a:ext cx="1443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800" dirty="0">
                  <a:latin typeface="Bell MT" panose="02020503060305020303" pitchFamily="18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7073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65243AFA-FBE6-437B-BD5A-9676CEC506A8}" vid="{32F230DE-0AB6-4FB4-A754-AF77CEC093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</TotalTime>
  <Words>30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Bell MT</vt:lpstr>
      <vt:lpstr>Office Theme</vt:lpstr>
      <vt:lpstr>PowerPoint Presentation</vt:lpstr>
    </vt:vector>
  </TitlesOfParts>
  <Company>The University of Melbourne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Garrett</dc:creator>
  <cp:lastModifiedBy>Paul Garrett</cp:lastModifiedBy>
  <cp:revision>3</cp:revision>
  <dcterms:created xsi:type="dcterms:W3CDTF">2024-10-08T12:17:09Z</dcterms:created>
  <dcterms:modified xsi:type="dcterms:W3CDTF">2024-10-08T12:36:40Z</dcterms:modified>
</cp:coreProperties>
</file>