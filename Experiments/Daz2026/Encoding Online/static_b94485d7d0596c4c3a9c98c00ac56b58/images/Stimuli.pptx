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5" r:id="rId3"/>
    <p:sldId id="264" r:id="rId4"/>
    <p:sldId id="256" r:id="rId5"/>
    <p:sldId id="266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1284" y="3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86C67-549F-8812-2012-78793DC915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5A2163-364D-1A64-9696-DF9FAF4369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2008C4-D0B3-1CB7-D04D-0FD0357EE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C0B24-9628-404E-9651-3D1A2CA34903}" type="datetimeFigureOut">
              <a:rPr lang="en-AU" smtClean="0"/>
              <a:t>11/03/2024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FC3BD7-C13D-C170-CDE8-285E708164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6C4B9F-36FF-C557-F385-9945BE966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EE3E9-A0D3-4CD0-8E97-7A7D66638D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446362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2A292-C324-82FE-F191-4610EA1F0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04EE2D-A8B6-3B6A-F312-F1C1587D13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513B11-6C1F-9DEB-C651-6E57CA0A6F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C0B24-9628-404E-9651-3D1A2CA34903}" type="datetimeFigureOut">
              <a:rPr lang="en-AU" smtClean="0"/>
              <a:t>11/03/2024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68FF83-E2A5-AD37-3EAB-C69FCEF1C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980B74-B79B-3AE9-EF82-B7DF26D01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EE3E9-A0D3-4CD0-8E97-7A7D66638D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135529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7E2AD-A007-07D3-7198-D7B943C6E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7A972E-DFED-541F-7BA1-89497ABDAE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59CA20-607A-9A65-34BC-1B667B2270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C0B24-9628-404E-9651-3D1A2CA34903}" type="datetimeFigureOut">
              <a:rPr lang="en-AU" smtClean="0"/>
              <a:t>11/03/2024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556251-67C0-E88E-D44F-0EC7BB8021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4E5D7C-93AF-18D5-CBC4-BE5A0092A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EE3E9-A0D3-4CD0-8E97-7A7D66638D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925969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DA8FA-F63E-9A47-E602-7C49B71FF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C0D065-A8A2-6889-DC33-BCF3D4EB12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0966F8-BF6C-A3B6-279F-20C4EE7B83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F14144-D4CE-6D6F-9E6A-E133CC1B11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C0B24-9628-404E-9651-3D1A2CA34903}" type="datetimeFigureOut">
              <a:rPr lang="en-AU" smtClean="0"/>
              <a:t>11/03/2024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1E5B0A-8BA5-CD7E-7190-399DBEEC0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3A4E30-3AB6-F1AE-CB98-AB2E37305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EE3E9-A0D3-4CD0-8E97-7A7D66638D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65603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64A36-EFC7-3780-14B2-D10331704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26BA5C-F069-D5B8-B15C-705FE7CBB9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BDBB9B-EA9B-67AC-7E7E-1BE15729E9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3E2697-0C41-517C-D94D-0FD62D9E7F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7F8C9F-25D1-5E82-8525-22DF0FE8D9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9555CAC-AD02-369A-DCF9-EB0D634CD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C0B24-9628-404E-9651-3D1A2CA34903}" type="datetimeFigureOut">
              <a:rPr lang="en-AU" smtClean="0"/>
              <a:t>11/03/2024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DCE9266-D79B-CF5E-DA1F-AEB94CE890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D03214A-ABCD-AEC6-EE3B-EA098D1F5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EE3E9-A0D3-4CD0-8E97-7A7D66638D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839106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DFCB6-DE31-E44C-7519-C3FF0945E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BCB69B-420D-7951-5D6C-80C2066AE5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C0B24-9628-404E-9651-3D1A2CA34903}" type="datetimeFigureOut">
              <a:rPr lang="en-AU" smtClean="0"/>
              <a:t>11/03/2024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26A95A-0411-40FB-3BB8-26EF5AE05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FF3B5C-3856-CE3F-3F8A-AE99C3A72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EE3E9-A0D3-4CD0-8E97-7A7D66638D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425808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03AB60-958E-0489-6467-58CF805E6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C0B24-9628-404E-9651-3D1A2CA34903}" type="datetimeFigureOut">
              <a:rPr lang="en-AU" smtClean="0"/>
              <a:t>11/03/2024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A76795-7124-C49C-A45A-EA96CF826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9AD218-F364-4CE3-3340-DF3BF08FD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EE3E9-A0D3-4CD0-8E97-7A7D66638D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023745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BF8C5-6A87-B765-5E6C-A75B041BA2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A38958-31EA-181F-523A-B3014CB96F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9EDA7C-BDA1-2622-76A1-9CCA0FE06F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CEDF82-366A-8EC9-5AE7-014F62116F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C0B24-9628-404E-9651-3D1A2CA34903}" type="datetimeFigureOut">
              <a:rPr lang="en-AU" smtClean="0"/>
              <a:t>11/03/2024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77E145-AC6E-FCB4-63D5-9B77681C4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C1388D-A439-BE6E-6C23-5B7F98F7B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EE3E9-A0D3-4CD0-8E97-7A7D66638D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60330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64D2C-C0BF-512D-451C-DCBC5CDBC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CE0277-439F-C8A6-9864-2DC03D1A5C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089D2D-26B0-6496-4ED3-C1440B9441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7FEA9F-6034-9833-7746-7F64DB7F6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C0B24-9628-404E-9651-3D1A2CA34903}" type="datetimeFigureOut">
              <a:rPr lang="en-AU" smtClean="0"/>
              <a:t>11/03/2024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926382-6E58-4F6E-EF1A-062D71888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A0C78B-9186-6B42-DD8A-9437DFFCF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EE3E9-A0D3-4CD0-8E97-7A7D66638D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341951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4E69A-B820-04E0-07DB-FE8D62BA5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6B35D3-EA35-33C8-C67B-52A3DA0B0B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7AE951-BDE9-6E4D-5D7C-B6178CBC8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C0B24-9628-404E-9651-3D1A2CA34903}" type="datetimeFigureOut">
              <a:rPr lang="en-AU" smtClean="0"/>
              <a:t>11/03/2024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2ADF33-97A2-FD7C-1858-841E755803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0D598C-2A7E-B76C-1EF2-2EC1C2BF9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EE3E9-A0D3-4CD0-8E97-7A7D66638D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43660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134D612-8968-A2C1-CB40-48A29C6110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D3541C-FC72-6837-DE6C-3209881C08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35E821-8B8A-F148-E2DC-000A48300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C0B24-9628-404E-9651-3D1A2CA34903}" type="datetimeFigureOut">
              <a:rPr lang="en-AU" smtClean="0"/>
              <a:t>11/03/2024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CF6247-DDD5-2F23-F497-E32A84FB8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81A637-B135-6C74-FBBA-A5D940A7C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EE3E9-A0D3-4CD0-8E97-7A7D66638D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285173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A84282-3570-7BB9-0EF1-370D510B8B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F1F048-69FD-DAB4-2212-F971988EE0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295A75-6B34-6455-DD39-94733AA2B1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BC0B24-9628-404E-9651-3D1A2CA34903}" type="datetimeFigureOut">
              <a:rPr lang="en-AU" smtClean="0"/>
              <a:t>11/03/2024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B4A5B5-83A4-3305-A8E8-AA09F90762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E225E9-1B22-2ECE-0EE4-649E965E2B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BEE3E9-A0D3-4CD0-8E97-7A7D66638D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67552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393FD9-4018-E11F-36B9-A60540D97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A03B0B3-7DC5-0929-21E5-F6C5FB40899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690" t="12115" r="28690" b="12115"/>
          <a:stretch/>
        </p:blipFill>
        <p:spPr>
          <a:xfrm>
            <a:off x="3497826" y="830826"/>
            <a:ext cx="5196348" cy="5196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31547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0C0446-7B47-8620-4353-DA0358AED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DE36965-24D3-5C5F-B620-A5A130D65C0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689" t="12115" r="28689" b="12115"/>
          <a:stretch/>
        </p:blipFill>
        <p:spPr>
          <a:xfrm>
            <a:off x="3497826" y="830826"/>
            <a:ext cx="5196348" cy="5196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9190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5D443F-9DB8-CE34-38F7-AB6BE46ABB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7411B06-C6D7-C261-FC4B-FA8082B6C93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689" t="12115" r="28689" b="12115"/>
          <a:stretch/>
        </p:blipFill>
        <p:spPr>
          <a:xfrm>
            <a:off x="3497826" y="830826"/>
            <a:ext cx="5196348" cy="5196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1805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206638-2CB4-23CF-28E6-22B9A5BA247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690" t="12115" r="28690" b="12115"/>
          <a:stretch/>
        </p:blipFill>
        <p:spPr>
          <a:xfrm>
            <a:off x="3497826" y="830826"/>
            <a:ext cx="5196348" cy="5196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70736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51EA018-CB7B-6277-9913-9B4D0EA1390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250" t="52070" r="12250" b="6223"/>
          <a:stretch/>
        </p:blipFill>
        <p:spPr>
          <a:xfrm>
            <a:off x="944880" y="2345267"/>
            <a:ext cx="10302240" cy="2860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17029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ank.potx" id="{65243AFA-FBE6-437B-BD5A-9676CEC506A8}" vid="{32F230DE-0AB6-4FB4-A754-AF77CEC093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9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7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Paul Garrett</dc:creator>
  <cp:lastModifiedBy>Paul Garrett</cp:lastModifiedBy>
  <cp:revision>4</cp:revision>
  <dcterms:created xsi:type="dcterms:W3CDTF">2024-03-10T20:47:33Z</dcterms:created>
  <dcterms:modified xsi:type="dcterms:W3CDTF">2024-03-10T22:43:29Z</dcterms:modified>
</cp:coreProperties>
</file>